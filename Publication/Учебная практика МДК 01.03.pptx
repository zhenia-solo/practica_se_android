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04" r:id="rId1"/>
  </p:sldMasterIdLst>
  <p:sldIdLst>
    <p:sldId id="256" r:id="rId2"/>
    <p:sldId id="257" r:id="rId3"/>
    <p:sldId id="261" r:id="rId4"/>
    <p:sldId id="273" r:id="rId5"/>
    <p:sldId id="274" r:id="rId6"/>
    <p:sldId id="27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BAE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-24" y="-2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C22B635-C41C-402B-1E28-A20462A17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B02AC16B-F766-9B9D-2C96-F19A5339E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3564968C-17CB-10D3-DED0-4FC410B51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1DC2DEEA-5493-01FD-53B1-4A5729ED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0807E570-3FDF-B348-E0F5-CCBCED63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27299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2A5AD26-E862-68C5-CDCC-393C4C7F1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03C6F2EB-A556-F281-3A2A-AE2588C6A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1C2A680E-98AB-4C8A-CFE2-6FC0DDF8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30266EAA-0892-7F8A-83B3-486C93708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FF66F2F9-72BB-03CC-8740-B39D09128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75043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A24959A-1551-F71C-0F0C-A5B62C457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ADF02DB0-A0E5-0FD5-58DF-49FE54489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B31A924D-762F-B9BE-7C66-0F36D5ECF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2630DA3B-3A95-9B22-A74B-574D21ECC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EF34E42D-2AC6-0AD7-8AB3-E8BAFA947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827631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8A59797-1334-2923-2E97-3871208FE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B404065F-1CA1-F4C0-4148-E4AB8A35C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18634534-8B6C-984A-62A3-2AFBC1CF0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6FC44AEE-42FC-515B-3ADE-898A42020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E1DE376D-3BBA-E1DD-820A-BCC5C428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D9FA44BE-1D6E-4AE5-1A8F-55185EFE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010691799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D51BA60-F16F-47F9-87F6-D00E24EE9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B19BD213-3397-8B09-0723-F85DEB4EB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4F90813F-CEE5-81C8-F672-E2888B129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AEB5B3DF-1B9C-1177-E3A7-6325F4C9CD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="" xmlns:a16="http://schemas.microsoft.com/office/drawing/2014/main" id="{F184D90B-F5FA-9EB9-DFB1-93DA150DB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="" xmlns:a16="http://schemas.microsoft.com/office/drawing/2014/main" id="{4909FD9D-6C64-061F-26DE-6F27DBB1C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="" xmlns:a16="http://schemas.microsoft.com/office/drawing/2014/main" id="{C878F4DD-1386-FEB3-0696-6663950E9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="" xmlns:a16="http://schemas.microsoft.com/office/drawing/2014/main" id="{2A8AB781-1370-C6F0-93E0-0DEE60793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89792428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9497852-1C46-E84A-9F06-B150D562F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A11CC6BF-29D5-5BD9-944A-20E4312B4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19C95E2E-23ED-EDAF-E38C-85674D9F7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D8F7AC30-5F32-F1BB-A868-CC6D8DF3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81784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="" xmlns:a16="http://schemas.microsoft.com/office/drawing/2014/main" id="{C80ECC06-8FF6-A260-256F-391F0210A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="" xmlns:a16="http://schemas.microsoft.com/office/drawing/2014/main" id="{0DCFDABC-E5FE-9595-7711-37C660C49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D0989745-DE6D-9785-A762-9B00AC667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89094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2AAB1B6-40ED-679E-DF23-3E310CA3A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261A3FC5-1CD1-C641-2552-09DA43F95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94D6D6E6-BFF5-D0C5-3354-9092D54F7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C654B115-15EF-DC7F-A719-DAE110842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BDF4F9EA-17D8-9FE7-5DF0-ED8F8BCD1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1AD43746-F6BA-472C-1891-5CD0B207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804844935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C5E5765-06C3-F55F-CE69-39E181819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="" xmlns:a16="http://schemas.microsoft.com/office/drawing/2014/main" id="{60D9ADE1-FC84-39FD-7EAF-077E4FE07F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294B9811-C732-CE6F-E9DF-71359FAFC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43ADBEC5-D36F-8C0E-AD83-5AF3C2542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D7B34CA4-05E0-D3E3-75E9-CE9B487AA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B4FA9356-70E4-F890-57C9-6179BC49B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71092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D62C626-34ED-D7E5-BA8B-683D5145E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EA7C5908-CA42-DF6A-CA23-3EEBE0EA9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D49BA951-1551-2242-7E66-43B72B23C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0327622B-C755-17A5-0C0D-9AE8868F3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AD9BA474-0163-CCFE-39A7-339A421F6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333714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="" xmlns:a16="http://schemas.microsoft.com/office/drawing/2014/main" id="{E08A5F57-D86D-649A-DC47-7F3F66F05B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8874D2F8-BACD-6E29-3365-5150EC0F4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D50CC684-F835-01B3-12C3-2BF08424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4703995C-10CB-91BC-6F95-DD7C2FEA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5257DCA7-9F64-7D24-8074-AEDC4C522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18870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BE38DD5-E45E-C23E-DA98-95B5D6DE6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35569B60-B192-8DB5-ABF3-29FF92FEA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C57C4476-4FC0-135C-D6C7-EBA140301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BFF81529-A902-35D9-E3E1-1053FF5F10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ACD1EBE4-6915-C638-ADC1-AD25DF816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729688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chemeClr val="tx2">
              <a:lumMod val="75000"/>
              <a:lumOff val="25000"/>
            </a:schemeClr>
          </a:solidFill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Shoe Store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764121061"/>
              </p:ext>
            </p:extLst>
          </p:nvPr>
        </p:nvGraphicFramePr>
        <p:xfrm>
          <a:off x="6134100" y="5222749"/>
          <a:ext cx="1113746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3126">
                  <a:extLst>
                    <a:ext uri="{9D8B030D-6E8A-4147-A177-3AD203B41FA5}">
                      <a16:colId xmlns="" xmlns:a16="http://schemas.microsoft.com/office/drawing/2014/main" val="856406293"/>
                    </a:ext>
                  </a:extLst>
                </a:gridCol>
                <a:gridCol w="5344334">
                  <a:extLst>
                    <a:ext uri="{9D8B030D-6E8A-4147-A177-3AD203B41FA5}">
                      <a16:colId xmlns="" xmlns:a16="http://schemas.microsoft.com/office/drawing/2014/main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Выполнил: </a:t>
                      </a:r>
                      <a:r>
                        <a:rPr lang="ru-RU" baseline="0" dirty="0" smtClean="0"/>
                        <a:t>Соловьев Евгений </a:t>
                      </a:r>
                      <a:r>
                        <a:rPr lang="ru-RU" baseline="0" dirty="0"/>
                        <a:t>Александрович</a:t>
                      </a:r>
                      <a:endParaRPr lang="ru-RU" dirty="0"/>
                    </a:p>
                    <a:p>
                      <a:pPr algn="l"/>
                      <a:r>
                        <a:rPr lang="ru-RU" baseline="0" dirty="0"/>
                        <a:t>                       Студентка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="" xmlns:p14="http://schemas.microsoft.com/office/powerpoint/2010/main" val="429053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tx2">
              <a:lumMod val="75000"/>
              <a:lumOff val="2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Реализация приложения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0350" y="1460500"/>
            <a:ext cx="11753850" cy="5143500"/>
          </a:xfrm>
        </p:spPr>
        <p:txBody>
          <a:bodyPr>
            <a:noAutofit/>
          </a:bodyPr>
          <a:lstStyle/>
          <a:p>
            <a:pPr marL="0" indent="5400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разработки приложения использовался язык программирования 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среда разработки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 (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Sdk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33)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Для создания интерфейса использовался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Jetpack Compose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5011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tx2">
              <a:lumMod val="75000"/>
              <a:lumOff val="2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Диаграмма вариантов использования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91856" y="1433288"/>
            <a:ext cx="6268054" cy="4992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4271465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tx2">
              <a:lumMod val="75000"/>
              <a:lumOff val="2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Архитектурное решение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13" name="Содержимое 12"/>
          <p:cNvSpPr>
            <a:spLocks noGrp="1"/>
          </p:cNvSpPr>
          <p:nvPr>
            <p:ph idx="1"/>
          </p:nvPr>
        </p:nvSpPr>
        <p:spPr>
          <a:xfrm>
            <a:off x="304800" y="1558924"/>
            <a:ext cx="11620500" cy="486727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3200" dirty="0" smtClean="0"/>
              <a:t>В приложение используется современная архитектура </a:t>
            </a:r>
            <a:r>
              <a:rPr lang="en-US" sz="3200" dirty="0" smtClean="0"/>
              <a:t>MVVM</a:t>
            </a:r>
            <a:r>
              <a:rPr lang="ru-RU" sz="3200" dirty="0" smtClean="0"/>
              <a:t>, так как она совместима с </a:t>
            </a:r>
            <a:r>
              <a:rPr lang="en-US" sz="3200" dirty="0" smtClean="0"/>
              <a:t>Jetpack Compose </a:t>
            </a:r>
            <a:r>
              <a:rPr lang="ru-RU" sz="3200" dirty="0" smtClean="0"/>
              <a:t>и имеет следующие преимущества:</a:t>
            </a:r>
          </a:p>
          <a:p>
            <a:r>
              <a:rPr lang="ru-RU" sz="3200" dirty="0" smtClean="0"/>
              <a:t>Разделение задач (позволяет отделить код, связанный с пользовательским интерфейсом «</a:t>
            </a:r>
            <a:r>
              <a:rPr lang="en-US" sz="3200" dirty="0" smtClean="0"/>
              <a:t>View</a:t>
            </a:r>
            <a:r>
              <a:rPr lang="ru-RU" sz="3200" dirty="0" smtClean="0"/>
              <a:t>»).</a:t>
            </a:r>
          </a:p>
          <a:p>
            <a:r>
              <a:rPr lang="ru-RU" sz="3200" dirty="0" smtClean="0"/>
              <a:t>Улучшение тестируемости (позволяет тестировать логику представления независимо от </a:t>
            </a:r>
            <a:r>
              <a:rPr lang="ru-RU" sz="3200" dirty="0" err="1" smtClean="0"/>
              <a:t>фреймворка</a:t>
            </a:r>
            <a:r>
              <a:rPr lang="ru-RU" sz="3200" dirty="0" smtClean="0"/>
              <a:t> </a:t>
            </a:r>
            <a:r>
              <a:rPr lang="en-US" sz="3200" dirty="0" smtClean="0"/>
              <a:t>Android</a:t>
            </a:r>
            <a:r>
              <a:rPr lang="ru-RU" sz="3200" dirty="0" smtClean="0"/>
              <a:t>.).</a:t>
            </a:r>
          </a:p>
        </p:txBody>
      </p:sp>
    </p:spTree>
    <p:extLst>
      <p:ext uri="{BB962C8B-B14F-4D97-AF65-F5344CB8AC3E}">
        <p14:creationId xmlns="" xmlns:p14="http://schemas.microsoft.com/office/powerpoint/2010/main" val="395011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tx2">
              <a:lumMod val="75000"/>
              <a:lumOff val="2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Описание используемых библиотек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4350" y="1676400"/>
            <a:ext cx="11029950" cy="4749800"/>
          </a:xfrm>
        </p:spPr>
        <p:txBody>
          <a:bodyPr>
            <a:noAutofit/>
          </a:bodyPr>
          <a:lstStyle/>
          <a:p>
            <a:pPr marL="0" indent="5400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SplashScreen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библиотека для создания экрана-заставки с плавным переходом к основному приложению.</a:t>
            </a:r>
          </a:p>
          <a:p>
            <a:pPr marL="0" indent="5400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Core KTX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набор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Kotlin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расширений для упрощения работы с базовыми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Android API.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5400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Lifecycle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управление жизненным циклом компонентов с поддержкой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Kotlin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корутин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5400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Activity Compose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интеграция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Compose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Activity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построения всего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UI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Compose.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5400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Compose BOM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— Bill of Materials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управления версиями всех библиотек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Compose.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5400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Compose UI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основной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фреймворк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декларативного построения пользовательского интерфейса.</a:t>
            </a:r>
          </a:p>
          <a:p>
            <a:pPr marL="0" indent="5400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Material3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реализация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Material Design 3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создания современных интерфейсов в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Compose.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5400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Material Icons Extended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дополнительные иконки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Material Design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использования в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Compose.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5400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JUnit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фреймворк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модульного тестирования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Java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Kotlin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кода.</a:t>
            </a:r>
          </a:p>
          <a:p>
            <a:pPr marL="0" indent="5400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Espresso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фреймворк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UI-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тестирования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Android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приложений.</a:t>
            </a:r>
          </a:p>
        </p:txBody>
      </p:sp>
    </p:spTree>
    <p:extLst>
      <p:ext uri="{BB962C8B-B14F-4D97-AF65-F5344CB8AC3E}">
        <p14:creationId xmlns="" xmlns:p14="http://schemas.microsoft.com/office/powerpoint/2010/main" val="395011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chemeClr val="tx2">
              <a:lumMod val="75000"/>
              <a:lumOff val="25000"/>
            </a:schemeClr>
          </a:solidFill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Учебная практика по МДК 01.03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26662373"/>
              </p:ext>
            </p:extLst>
          </p:nvPr>
        </p:nvGraphicFramePr>
        <p:xfrm>
          <a:off x="858541" y="5083049"/>
          <a:ext cx="1072341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="" xmlns:a16="http://schemas.microsoft.com/office/drawing/2014/main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="" xmlns:a16="http://schemas.microsoft.com/office/drawing/2014/main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Выполнил: </a:t>
                      </a:r>
                      <a:r>
                        <a:rPr lang="ru-RU" baseline="0" dirty="0" smtClean="0"/>
                        <a:t>Соловьев Евгений </a:t>
                      </a:r>
                      <a:r>
                        <a:rPr lang="ru-RU" baseline="0" dirty="0"/>
                        <a:t>Александрович</a:t>
                      </a:r>
                      <a:endParaRPr lang="ru-RU" dirty="0"/>
                    </a:p>
                    <a:p>
                      <a:pPr algn="l"/>
                      <a:r>
                        <a:rPr lang="ru-RU" baseline="0" dirty="0"/>
                        <a:t>                       Студент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="" xmlns:p14="http://schemas.microsoft.com/office/powerpoint/2010/main" val="429053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594</TotalTime>
  <Words>129</Words>
  <Application>Microsoft Office PowerPoint</Application>
  <PresentationFormat>Произвольный</PresentationFormat>
  <Paragraphs>36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Shoe Store</vt:lpstr>
      <vt:lpstr>Реализация приложения</vt:lpstr>
      <vt:lpstr>Диаграмма вариантов использования</vt:lpstr>
      <vt:lpstr>Архитектурное решение</vt:lpstr>
      <vt:lpstr>Описание используемых библиотек</vt:lpstr>
      <vt:lpstr>Учебная практика по МДК 01.03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android243</cp:lastModifiedBy>
  <cp:revision>66</cp:revision>
  <dcterms:created xsi:type="dcterms:W3CDTF">2022-06-15T10:15:27Z</dcterms:created>
  <dcterms:modified xsi:type="dcterms:W3CDTF">2025-12-20T10:42:51Z</dcterms:modified>
</cp:coreProperties>
</file>